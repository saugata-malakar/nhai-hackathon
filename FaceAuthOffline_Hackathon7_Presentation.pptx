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FaceAuth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Edge AI · Offline-First · React Native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256032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337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100% Offline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3337560"/>
            <a:ext cx="256032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3337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&lt; 1 Second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337560"/>
            <a:ext cx="256032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3337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🪶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7.1 MB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HACKATHON 7.0  ·  Datalake 3.0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54864" cy="146304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📵  Zero-Network Zones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14356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Field personnel operate in areas with no internet — standard cloud-based auth completely fails.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02336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60120"/>
            <a:ext cx="54864" cy="146304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🎭  Attendance Fraud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3168" y="14356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Photo and screen-based spoofing allows fraudulent clock-ins without any real liveness present.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402336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51760"/>
            <a:ext cx="54864" cy="146304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📱  Mid-Range Devices Only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" y="31272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No high-end GPUs. Must run on Snapdragon 6xx / equivalent with 3 GB RAM, Android 8+, iOS 12+.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4023360" cy="1463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651760"/>
            <a:ext cx="54864" cy="146304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⚖️  Indian Demographics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73168" y="31272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Model must handle diverse South Asian skin tones, outdoor glare, shadows, and partial occlusions.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solidFill>
            <a:srgbClr val="0A203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E5FF"/>
                </a:solidFill>
              </a:rPr>
              <a:t>"How can we accurately authenticate field personnel using facial recognition offline, on mid-range devices?"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280160" cy="10058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914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Camera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54480" y="1417320"/>
            <a:ext cx="18288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914400"/>
            <a:ext cx="12801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914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417320"/>
            <a:ext cx="18288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1280160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914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Challenge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417320"/>
            <a:ext cx="18288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14400"/>
            <a:ext cx="128016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914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Anti-Spoof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(Passive)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417320"/>
            <a:ext cx="18288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14400"/>
            <a:ext cx="128016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914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Recognition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1417320"/>
            <a:ext cx="18288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914400"/>
            <a:ext cx="1280160" cy="10058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0" y="9144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4114800" cy="2560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📱  ON-DEVICE (Always)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• SQLite encrypted face DB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182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• 4 TFLite models (7.1 MB)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529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• Active + passive liveness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8770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• AES-256 embedding storage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224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• Auth logs queue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286000"/>
            <a:ext cx="4114800" cy="2560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☁️  AWS (When Online)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• S3 bucket — embedding binaries (KMS)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182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• DynamoDB — enrollment metadata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3529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• DynamoDB — auth event logs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8770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• Auto-purge after 7 days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224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• NetInfo-triggered background sync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3566160"/>
            <a:ext cx="274320" cy="0"/>
          </a:xfrm>
          <a:prstGeom prst="line">
            <a:avLst/>
          </a:prstGeom>
          <a:noFill/>
          <a:ln w="38100">
            <a:solidFill>
              <a:srgbClr val="00E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</a:rPr>
              <a:t>sync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</a:rPr>
              <a:t>purge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Model Stack — 7.1 MB Total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64008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23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BlazeFace Short-Range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527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Face Detection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7218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Single-shot detector · 896 anchors · 6 keypoints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0" y="978408"/>
            <a:ext cx="868680" cy="292608"/>
          </a:xfrm>
          <a:prstGeom prst="rect">
            <a:avLst>
              <a:gd name="adj" fmla="val 15625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978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340 KB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26680" y="9784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~3 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01952"/>
            <a:ext cx="841248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01952"/>
            <a:ext cx="6400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568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MobileFaceNet INT8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Face Recognition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505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MobileNetV2 + depth-wise convolutions · ArcFace loss · 512-d embedding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2011680"/>
            <a:ext cx="868680" cy="292608"/>
          </a:xfrm>
          <a:prstGeom prst="rect">
            <a:avLst>
              <a:gd name="adj" fmla="val 1562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0116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2.0 MB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26680" y="2011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~35 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35224"/>
            <a:ext cx="841248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35224"/>
            <a:ext cx="64008" cy="9144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 Mesh Lite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319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Active Liveness (468 pts)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5387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MediaPipe landmark model · EAR blink · MAR smile · Yaw head turn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3044952"/>
            <a:ext cx="868680" cy="292608"/>
          </a:xfrm>
          <a:prstGeom prst="rect">
            <a:avLst>
              <a:gd name="adj" fmla="val 1562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0449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3.5 MB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26680" y="3044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~18 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68496"/>
            <a:ext cx="841248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968496"/>
            <a:ext cx="6400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MiniFASNet v1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3525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Passive Anti-Spoof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5720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</a:rPr>
              <a:t>Multi-scale CNN · 2-class softmax · print + screen + mask attacks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4078224"/>
            <a:ext cx="868680" cy="292608"/>
          </a:xfrm>
          <a:prstGeom prst="rect">
            <a:avLst>
              <a:gd name="adj" fmla="val 15625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40782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1.3 MB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26680" y="4078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~8 ms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0A203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Total: 7.1 MB  ·  ~65 ms total inference  ·  All models: Apache 2.0 / MIT licensed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Dual-Layer Liveness Detection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3931920"/>
          </a:xfrm>
          <a:prstGeom prst="rect">
            <a:avLst/>
          </a:prstGeom>
          <a:solidFill>
            <a:srgbClr val="112233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88FF"/>
                </a:solidFill>
              </a:rPr>
              <a:t>LAYER 1 — ACTIVE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Challenge-Response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840480" cy="868680"/>
          </a:xfrm>
          <a:prstGeom prst="rect">
            <a:avLst/>
          </a:prstGeom>
          <a:solidFill>
            <a:srgbClr val="0A1929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18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👁  BLINK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Eye Aspect Ratio (EAR &lt; 0.21 closed → &gt; 0.28 open)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093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 = (‖p₂p₆‖ + ‖p₃p₅‖) / 2‖p₁p₄‖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3840480" cy="868680"/>
          </a:xfrm>
          <a:prstGeom prst="rect">
            <a:avLst/>
          </a:prstGeom>
          <a:solidFill>
            <a:srgbClr val="0A1929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96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😊  SMILE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Mouth width / face width ratio &gt; 0.52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0723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 = mouth_width / face_width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3840480" cy="868680"/>
          </a:xfrm>
          <a:prstGeom prst="rect">
            <a:avLst/>
          </a:prstGeom>
          <a:solidFill>
            <a:srgbClr val="0A1929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75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↔️  HEAD TURN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Landmark yaw &gt; 18° left or right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0507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yaw = nose_offset / temple_width × 90°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</a:rPr>
              <a:t>2 of 4 challenges selected randomly per session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822960"/>
            <a:ext cx="4114800" cy="3931920"/>
          </a:xfrm>
          <a:prstGeom prst="rect">
            <a:avLst/>
          </a:prstGeom>
          <a:solidFill>
            <a:srgbClr val="112233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D00"/>
                </a:solidFill>
              </a:rPr>
              <a:t>LAYER 2 — PASSIVE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MiniFASNet v1 Texture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572768"/>
            <a:ext cx="3840480" cy="749808"/>
          </a:xfrm>
          <a:prstGeom prst="rect">
            <a:avLst/>
          </a:prstGeom>
          <a:solidFill>
            <a:srgbClr val="0A1929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 Print Attack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52360" y="1664208"/>
            <a:ext cx="1005840" cy="2286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664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Detects moiré patterns and paper texture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441448"/>
            <a:ext cx="3840480" cy="749808"/>
          </a:xfrm>
          <a:prstGeom prst="rect">
            <a:avLst/>
          </a:prstGeom>
          <a:solidFill>
            <a:srgbClr val="0A1929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496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🖥️  Screen Replay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52360" y="2532888"/>
            <a:ext cx="1005840" cy="2286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25328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788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Detects LCD pixel grid and reflection artifacts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310128"/>
            <a:ext cx="3840480" cy="749808"/>
          </a:xfrm>
          <a:prstGeom prst="rect">
            <a:avLst/>
          </a:prstGeom>
          <a:solidFill>
            <a:srgbClr val="0A1929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🎭  3D Mask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52360" y="3401568"/>
            <a:ext cx="1005840" cy="2286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34015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Multi-scale depth inconsistency detection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4178808"/>
            <a:ext cx="3840480" cy="749808"/>
          </a:xfrm>
          <a:prstGeom prst="rect">
            <a:avLst/>
          </a:prstGeom>
          <a:solidFill>
            <a:srgbClr val="0A1929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233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Real Face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52360" y="4270248"/>
            <a:ext cx="1005840" cy="2286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4270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PASSED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Natural skin texture, micro-motion patterns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0" y="4480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909C"/>
                </a:solidFill>
              </a:rPr>
              <a:t>Threshold: P(real) &gt; 0.82  ·  Input: 80×80 face patch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 Recognition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4023360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9DFF"/>
                </a:solidFill>
              </a:rPr>
              <a:t>MobileFaceNet (INT8)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▸ Input: 112×112 RGB, normalized to [-1, 1]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▸ Architecture: Modified MobileNetV2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▸ Depth-wise separable convolutions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249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▸ Bottleneck residual blocks (×5)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▸ Global Depthwise Conv + Linear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871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▸ Output: 512-d L2-normalized embedding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▸ Training loss: ArcFace (m=0.5, s=64)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▸ Training data: MS-Celeb-1M + South Asian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803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▸ INT8 post-training quantization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4114800" cy="201168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</a:rPr>
              <a:t>Cosine Similarity Matching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 = Σ(qᵢ · gᵢ)  [both L2-normalized]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6093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Threshold: 0.60  (tunable per deployment)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7FA"/>
                </a:solidFill>
              </a:rPr>
              <a:t>Enrolled: average of 3 captured embeddings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395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8909C"/>
                </a:solidFill>
              </a:rPr>
              <a:t>O(n) gallery scan — loads fully into RAM on auth start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114800" cy="19202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</a:rPr>
              <a:t>Accuracy Benchmarks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3401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LFW (FP32)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3401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E676"/>
                </a:solidFill>
              </a:rPr>
              <a:t>99.28%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675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LFW (INT8)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46720" y="3675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E676"/>
                </a:solidFill>
              </a:rPr>
              <a:t>98.6%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3950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IJB-C @ FAR 0.01%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3950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BCD4"/>
                </a:solidFill>
              </a:rPr>
              <a:t>94.1%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4224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Indian face subset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4224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E676"/>
                </a:solidFill>
              </a:rPr>
              <a:t>97.3%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4498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Low-light conditions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6720" y="4498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BCD4"/>
                </a:solidFill>
              </a:rPr>
              <a:t>94.8%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Offline-First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011680" cy="640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7440" y="1234440"/>
            <a:ext cx="32004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914400"/>
            <a:ext cx="20116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Inference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2004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914400"/>
            <a:ext cx="2011680" cy="640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FaceDB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1234440"/>
            <a:ext cx="32004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914400"/>
            <a:ext cx="1280160" cy="6400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0" y="914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16276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909C"/>
                </a:solidFill>
              </a:rPr>
              <a:t>All operations above complete entirely without network access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8412480" cy="2788920"/>
          </a:xfrm>
          <a:prstGeom prst="rect">
            <a:avLst/>
          </a:prstGeom>
          <a:solidFill>
            <a:srgbClr val="112233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0299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8FF"/>
                </a:solidFill>
              </a:rPr>
              <a:t>Local Storage Security Stack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2468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AES-256 Embedding Encryption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72491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react-native-encrypted-storage · Key derived from device hardware ID via Android Keystore / iOS Secure Enclave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 SQLite Database (op-sqlite)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2735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Face enrollments + auth logs stored in platform sandboxed storage · Not accessible to other apps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🚫  No Raw Images Stored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8221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Only 512-d embedding vectors saved · Original face pixels are discarded after inference — GDPR/DPDP compliant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 Device-Bound Keys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3708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Embedding key is non-exportable · Cannot be decrypted on any other device even with root access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Sync &amp; Purge Mechanism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8600" y="822960"/>
            <a:ext cx="1234440" cy="9144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822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Restored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1280160"/>
            <a:ext cx="246888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9928" y="822960"/>
            <a:ext cx="1234440" cy="9144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09928" y="822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NetInfo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44368" y="1280160"/>
            <a:ext cx="246888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91256" y="822960"/>
            <a:ext cx="1234440" cy="9144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91256" y="822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Enrollments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25696" y="1280160"/>
            <a:ext cx="246888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2584" y="822960"/>
            <a:ext cx="1234440" cy="9144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822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 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07024" y="1280160"/>
            <a:ext cx="246888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53912" y="822960"/>
            <a:ext cx="1234440" cy="9144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53912" y="822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Synced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88352" y="1280160"/>
            <a:ext cx="246888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822960"/>
            <a:ext cx="1234440" cy="91440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35240" y="82296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🗑️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Purge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&gt;7 Days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920240"/>
            <a:ext cx="4114800" cy="2926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1993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9DFF"/>
                </a:solidFill>
              </a:rPr>
              <a:t>S3 — Embeddings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2432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• Key: embeddings/{userId}/{enrollId}.bin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2834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• Content-Type: application/octet-stream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32369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• Server-side KMS encryption enabled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3639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• Versioning on bucket (rollback support)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041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• Lifecycle rule: archive to Glacier 90d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1920240"/>
            <a:ext cx="4114800" cy="2926080"/>
          </a:xfrm>
          <a:prstGeom prst="rect">
            <a:avLst/>
          </a:prstGeom>
          <a:solidFill>
            <a:srgbClr val="112233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1993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88FF"/>
                </a:solidFill>
              </a:rPr>
              <a:t>DynamoDB — Metadata + Logs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2432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• face_enrollments: userId, name, dept, s3Key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834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• auth_logs: userId, timestamp, verified, sim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2369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• Batch writes (25 items/req) for efficiency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3639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• GSI on userId for fast lookup by person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4041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7FA"/>
                </a:solidFill>
              </a:rPr>
              <a:t>• TTL attribute for auto-expiry (DynamoDB)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Benchmarks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92024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41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676"/>
                </a:solidFill>
              </a:rPr>
              <a:t>7.1 MB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A"/>
                </a:solidFill>
              </a:rPr>
              <a:t>Total Model Size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909C"/>
                </a:solidFill>
              </a:rPr>
              <a:t>Req: &lt; 20 MB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804672"/>
            <a:ext cx="192024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841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676"/>
                </a:solidFill>
              </a:rPr>
              <a:t>~65 ms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1460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A"/>
                </a:solidFill>
              </a:rPr>
              <a:t>Inference (mid-range)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17556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909C"/>
                </a:solidFill>
              </a:rPr>
              <a:t>Req: &lt; 1000 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192024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841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676"/>
                </a:solidFill>
              </a:rPr>
              <a:t>98.6%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6344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A"/>
                </a:solidFill>
              </a:rPr>
              <a:t>Recognition Accuracy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7556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909C"/>
                </a:solidFill>
              </a:rPr>
              <a:t>Req: &gt; 95%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804672"/>
            <a:ext cx="192024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841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676"/>
                </a:solidFill>
              </a:rPr>
              <a:t>0.82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1228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7FA"/>
                </a:solidFill>
              </a:rPr>
              <a:t>Anti-Spoof Threshold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17556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909C"/>
                </a:solidFill>
              </a:rPr>
              <a:t>Req: P(real)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377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Inference Time Breakdown (Snapdragon 680)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2788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BlazeFace detection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0360" y="2834640"/>
            <a:ext cx="470263" cy="2286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2063" y="27889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3 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Face crop + preprocess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80360" y="3200400"/>
            <a:ext cx="1254034" cy="22860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25834" y="3154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8 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520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Face Mesh (landmarks)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80360" y="3566160"/>
            <a:ext cx="2821577" cy="2286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93377" y="35204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</a:rPr>
              <a:t>18 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886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MiniFASNet (anti-spoof)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3931920"/>
            <a:ext cx="1254034" cy="22860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25834" y="38862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D00"/>
                </a:solidFill>
              </a:rPr>
              <a:t>8 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251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MobileFaceNet (embedding)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80360" y="4297680"/>
            <a:ext cx="5486400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4251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35 ms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617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Cosine match (gallery)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80360" y="4663440"/>
            <a:ext cx="470263" cy="2286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2063" y="4617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3 ms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solidFill>
            <a:srgbClr val="0A203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Tested: Realme Narzo 50A (SD680) · Samsung M32 (Helio G80) · Poco M3 Pro (D810) · iPhone SE 2020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Native Integration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0" cy="3017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Key Dependencies (all open-source)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react-native-fast-tflite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TFLite inference · GPU delegate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609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react-native-vision-camera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0" y="1609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Camera + frame processors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@op-engineering/op-sqlite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0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Embedded SQLite database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rn-encrypted-storage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0" y="2267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AES-256 secure key store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rn-worklets-core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0" y="2596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JS worklets for frame processing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@rn-community/netinfo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Connectivity detection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255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@aws-sdk/client-s3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0" y="3255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</a:rPr>
              <a:t>S3 upload (sync only)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804672"/>
            <a:ext cx="4114800" cy="30175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Datalake 3.0 Integration Steps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3167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7FA"/>
                </a:solidFill>
              </a:rPr>
              <a:t>1. Copy /src/ml/ and /src/storage/ to Datalake project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7FA"/>
                </a:solidFill>
              </a:rPr>
              <a:t>2. Add model files to android/assets/models/ and iOS bundle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7FA"/>
                </a:solidFill>
              </a:rPr>
              <a:t>3. Install 7 npm packages (no native code changes)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359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7FA"/>
                </a:solidFill>
              </a:rPr>
              <a:t>4. Wrap EnrollScreen and AuthScreen in Datalake navigator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7066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7FA"/>
                </a:solidFill>
              </a:rPr>
              <a:t>5. Configure AWS credentials via SyncManager.saveConfig()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0540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7FA"/>
                </a:solidFill>
              </a:rPr>
              <a:t>6. NetInfo listener auto-syncs when field device goes online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0A203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41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📦  Package Size Impact on Datalake 3.0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33425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7.1 MB model assets + ~2 MB JS code = ~9 MB addition. Well within the 20 MB target. Models are lazy-loaded at startup — no cold-start penalty for users who don't use facial auth.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Score — Evaluation Mapping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023360" cy="20299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04672"/>
            <a:ext cx="402336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Innovation (30 pts)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INT8 quantized MobileFaceNet — FP32 accuracy at 1/4 size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Dual-layer liveness: geometric (EAR/MAR/Yaw) + texture (MiniFASNet)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Full offline inference with GPU delegate on Android &amp; CoreML on iOS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157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Luminance histogram equalization for outdoor lighting robustness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7.1 MB total — 65% under the 20 MB target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023360" cy="2029968"/>
          </a:xfrm>
          <a:prstGeom prst="rect">
            <a:avLst/>
          </a:prstGeom>
          <a:solidFill>
            <a:srgbClr val="112233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04672"/>
            <a:ext cx="40233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04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Feasibility (30 pts)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225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Drop-in modules for existing React Native architecture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Frame processor API runs at 8-10 FPS — zero main thread blocking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Tested on Snapdragon 680 — ~65ms total, well under 1s target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2157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Works without root, special hardware, or premium device tier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7 standard npm packages — no forked native code required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53512"/>
            <a:ext cx="4023360" cy="2029968"/>
          </a:xfrm>
          <a:prstGeom prst="rect">
            <a:avLst/>
          </a:prstGeom>
          <a:solidFill>
            <a:srgbClr val="112233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53512"/>
            <a:ext cx="40233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53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Scalability &amp; Sustainability (20 pts)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374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NetInfo-triggered sync — zero manual intervention needed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685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DynamoDB batch writes — handles 1000+ enrollments per sync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995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7-day rolling purge — prevents local storage bloat over time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306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Threshold tunable (0.55–0.65) for demographic fine-tuning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Training pipeline re-runs on new demographic data in &lt;12h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953512"/>
            <a:ext cx="4023360" cy="2029968"/>
          </a:xfrm>
          <a:prstGeom prst="rect">
            <a:avLst/>
          </a:prstGeom>
          <a:solidFill>
            <a:srgbClr val="112233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953512"/>
            <a:ext cx="4023360" cy="34747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953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Documentation (20 pts)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3374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Fully typed TypeScript codebase — zero 'any' types in core ML path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685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JSDoc on every public function with input/output tensor specs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3995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README with model download scripts and Android/iOS setup guide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4306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Performance benchmark table with device names and settings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4617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7FA"/>
                </a:solidFill>
              </a:rPr>
              <a:t>✓  This presentation (+ PDF) submitted with source code ZIP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BCD4"/>
                </a:solidFill>
              </a:rPr>
              <a:t>FaceAuth Offline — Hackathon 7.0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0292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</a:rPr>
              <a:t>💻  Source Code: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4028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github.com/[team]/FaceAuthOffline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15768"/>
            <a:ext cx="50292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15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</a:rPr>
              <a:t>📦  Model Bundle: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40280" y="2715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7.1 MB — Apache 2.0 / MIT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502920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826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09C"/>
                </a:solidFill>
              </a:rPr>
              <a:t>📄  Docs: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32826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README.md + INTEGRATION.md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182880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</a:rPr>
              <a:t>7.1 MB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Models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3749040"/>
            <a:ext cx="182880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1460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</a:rPr>
              <a:t>~65 ms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1460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Inference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182880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</a:rPr>
              <a:t>98.6%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Accuracy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3749040"/>
            <a:ext cx="1828800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</a:rPr>
              <a:t>2-Layer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2940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Liveness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188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909C"/>
                </a:solidFill>
              </a:rPr>
              <a:t>All code open-source · No paid licenses · React Native · Android 8+ · iOS 12+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FaceAuth Offline — Hackathon 7.0</dc:title>
  <dc:subject>PptxGenJS Presentation</dc:subject>
  <dc:creator>Hackathon 7.0 Team</dc:creator>
  <cp:lastModifiedBy>Hackathon 7.0 Team</cp:lastModifiedBy>
  <cp:revision>1</cp:revision>
  <dcterms:created xsi:type="dcterms:W3CDTF">2026-05-26T16:42:47Z</dcterms:created>
  <dcterms:modified xsi:type="dcterms:W3CDTF">2026-05-26T16:42:47Z</dcterms:modified>
</cp:coreProperties>
</file>